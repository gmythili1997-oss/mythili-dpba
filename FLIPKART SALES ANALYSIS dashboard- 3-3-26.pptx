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1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92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36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5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3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C6FC-6876-49BD-B957-27F3FB44715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8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1111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          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       -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Bodoni Bk BT" panose="02070603070706020303" pitchFamily="18" charset="0"/>
              </a:rPr>
              <a:t>Mythili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 G</a:t>
            </a:r>
            <a:endParaRPr lang="en-IN" dirty="0"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68" y="908603"/>
            <a:ext cx="354702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631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INTRODUCTION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32923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 today’s digital era, e-commerce platforms generate a huge volume of sales data every day. Analyzing this data is essential for understanding customer behavior, sales performance, and business growth. 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one of India’s leading e-commerce companies, handles millions of transactions across various product categories, regions, and customer segments.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 Sales Analysis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project focuses on analyzing sales data using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Power BI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 powerful business intelligence and data visualization tool.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main objective of this project is to transform raw sales data into meaningful insights through interactive dashboards and reports.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 visualizing key metrics such as total sales, revenue trends, top-selling products, category-wise performance, and regional sales distribution, stakeholders can make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Flipkart generates a large volume of sales data that is difficult to analyze in raw format.</a:t>
            </a:r>
          </a:p>
          <a:p>
            <a:r>
              <a:rPr lang="en-US" dirty="0">
                <a:solidFill>
                  <a:schemeClr val="bg1"/>
                </a:solidFill>
              </a:rPr>
              <a:t>Lack of clear visualization makes it hard to identify sales trends, top products, and regional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This project uses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transform raw data into interactive dashboards for easy analysis and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820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Business problem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1.How does revenue vary by product category?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2.How does revenue vary by brand?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3.What is the monthly sales trend based on </a:t>
            </a:r>
            <a:r>
              <a:rPr lang="en-IN" dirty="0" err="1">
                <a:solidFill>
                  <a:schemeClr val="bg1"/>
                </a:solidFill>
              </a:rPr>
              <a:t>listing_date</a:t>
            </a:r>
            <a:r>
              <a:rPr lang="en-IN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4.Which products are the top 10 revenue contributors?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5.Which sellers generate the highest revenue?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6.Which </a:t>
            </a:r>
            <a:r>
              <a:rPr lang="en-IN" dirty="0" err="1">
                <a:solidFill>
                  <a:schemeClr val="bg1"/>
                </a:solidFill>
              </a:rPr>
              <a:t>seller_city</a:t>
            </a:r>
            <a:r>
              <a:rPr lang="en-IN" dirty="0">
                <a:solidFill>
                  <a:schemeClr val="bg1"/>
                </a:solidFill>
              </a:rPr>
              <a:t> contributes the most to total sales?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 id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r>
              <a:rPr lang="en-US" dirty="0">
                <a:solidFill>
                  <a:schemeClr val="bg1"/>
                </a:solidFill>
              </a:rPr>
              <a:t>Seller</a:t>
            </a:r>
          </a:p>
          <a:p>
            <a:r>
              <a:rPr lang="en-US" dirty="0">
                <a:solidFill>
                  <a:schemeClr val="bg1"/>
                </a:solidFill>
              </a:rPr>
              <a:t>Seller city</a:t>
            </a:r>
          </a:p>
          <a:p>
            <a:r>
              <a:rPr lang="en-US" dirty="0">
                <a:solidFill>
                  <a:schemeClr val="bg1"/>
                </a:solidFill>
              </a:rPr>
              <a:t>price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10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9530"/>
            <a:ext cx="9905999" cy="40816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Dataset collected in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format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sales and order details.</a:t>
            </a:r>
          </a:p>
          <a:p>
            <a:pPr marL="0" indent="0">
              <a:buNone/>
            </a:pPr>
            <a:r>
              <a:rPr lang="en-US" sz="7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clean, transform, and organize the raw sales data.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creating tables such as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Calendar, Product, Category, and City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establishing proper relationships between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9043"/>
            <a:ext cx="9905999" cy="40021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Power BI is used for analyzing sales performance.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Various visualizations are created, including Pie chart, Tree Map, Filled Map, Bar chart, Donut chart, Line chart, Funnel chart,  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DAX measures are used to calculate key metrics such as total sales, revenue, and growth trends.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Insights &amp; Reporting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An interactive Power BI Dashboard is developed to present clear insights for decision-makers.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Filters and Slicers are applied to analyze sales by category, product, city, month, and payment method</a:t>
            </a:r>
            <a:r>
              <a:rPr lang="en-US" sz="48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1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 preprocessing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Imported Flipkart sales data from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 into Power BI.</a:t>
            </a:r>
          </a:p>
          <a:p>
            <a:r>
              <a:rPr lang="en-US" dirty="0">
                <a:solidFill>
                  <a:schemeClr val="bg1"/>
                </a:solidFill>
              </a:rPr>
              <a:t>Verified column structure and corrected data types (Date, Text, Number).</a:t>
            </a:r>
          </a:p>
          <a:p>
            <a:r>
              <a:rPr lang="en-US" dirty="0">
                <a:solidFill>
                  <a:schemeClr val="bg1"/>
                </a:solidFill>
              </a:rPr>
              <a:t>Created new fields such as </a:t>
            </a:r>
            <a:r>
              <a:rPr lang="en-US" b="1" dirty="0">
                <a:solidFill>
                  <a:schemeClr val="bg1"/>
                </a:solidFill>
              </a:rPr>
              <a:t>Month, Year, and Quarter</a:t>
            </a:r>
            <a:r>
              <a:rPr lang="en-US" dirty="0">
                <a:solidFill>
                  <a:schemeClr val="bg1"/>
                </a:solidFill>
              </a:rPr>
              <a:t> from the order date.</a:t>
            </a:r>
          </a:p>
          <a:p>
            <a:r>
              <a:rPr lang="en-US" dirty="0">
                <a:solidFill>
                  <a:schemeClr val="bg1"/>
                </a:solidFill>
              </a:rPr>
              <a:t>Prepared supporting tables like </a:t>
            </a:r>
            <a:r>
              <a:rPr lang="en-US" b="1" dirty="0">
                <a:solidFill>
                  <a:schemeClr val="bg1"/>
                </a:solidFill>
              </a:rPr>
              <a:t>Calendar, Product, Category, and City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relationships between fact and dimension tables for analysis.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cleaning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Identified and handled </a:t>
            </a:r>
            <a:r>
              <a:rPr lang="en-US" b="1" dirty="0">
                <a:solidFill>
                  <a:schemeClr val="bg1"/>
                </a:solidFill>
              </a:rPr>
              <a:t>missing or blank values</a:t>
            </a:r>
            <a:r>
              <a:rPr lang="en-US" dirty="0">
                <a:solidFill>
                  <a:schemeClr val="bg1"/>
                </a:solidFill>
              </a:rPr>
              <a:t> in key columns.</a:t>
            </a:r>
          </a:p>
          <a:p>
            <a:r>
              <a:rPr lang="en-US" dirty="0">
                <a:solidFill>
                  <a:schemeClr val="bg1"/>
                </a:solidFill>
              </a:rPr>
              <a:t>Removed </a:t>
            </a:r>
            <a:r>
              <a:rPr lang="en-US" b="1" dirty="0">
                <a:solidFill>
                  <a:schemeClr val="bg1"/>
                </a:solidFill>
              </a:rPr>
              <a:t>duplicate records</a:t>
            </a:r>
            <a:r>
              <a:rPr lang="en-US" dirty="0">
                <a:solidFill>
                  <a:schemeClr val="bg1"/>
                </a:solidFill>
              </a:rPr>
              <a:t> to ensure accurate sales calculations.</a:t>
            </a:r>
          </a:p>
          <a:p>
            <a:r>
              <a:rPr lang="en-US" dirty="0">
                <a:solidFill>
                  <a:schemeClr val="bg1"/>
                </a:solidFill>
              </a:rPr>
              <a:t>Renamed columns for clarity and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Standardized category and city names to avoid mismatch.</a:t>
            </a:r>
          </a:p>
          <a:p>
            <a:r>
              <a:rPr lang="en-US" dirty="0">
                <a:solidFill>
                  <a:schemeClr val="bg1"/>
                </a:solidFill>
              </a:rPr>
              <a:t>Removed unnecessary or irrelevant columns.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09" y="157161"/>
            <a:ext cx="9905998" cy="85423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metrics and </a:t>
            </a:r>
            <a:r>
              <a:rPr lang="en-IN" b="1" dirty="0" err="1">
                <a:solidFill>
                  <a:srgbClr val="002060"/>
                </a:solidFill>
              </a:rPr>
              <a:t>kPI</a:t>
            </a:r>
            <a:r>
              <a:rPr lang="en-IN" b="1" dirty="0">
                <a:solidFill>
                  <a:srgbClr val="002060"/>
                </a:solidFill>
              </a:rPr>
              <a:t>’ 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608" y="1521302"/>
            <a:ext cx="3147367" cy="356049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Total Discount Given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Discount %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Units sold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Delivery Time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Shipping Weight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Seller by Revenue.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D7F682-A55C-4965-A068-311BA98F7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035" y="1011393"/>
            <a:ext cx="3850918" cy="466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modeling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2297DD-8D6B-44CA-9C71-E6BA1D07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13" y="1707419"/>
            <a:ext cx="9905998" cy="4532063"/>
          </a:xfrm>
        </p:spPr>
      </p:pic>
    </p:spTree>
    <p:extLst>
      <p:ext uri="{BB962C8B-B14F-4D97-AF65-F5344CB8AC3E}">
        <p14:creationId xmlns:p14="http://schemas.microsoft.com/office/powerpoint/2010/main" val="4107182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2060"/>
                </a:solidFill>
              </a:rPr>
              <a:t>Dax</a:t>
            </a:r>
            <a:r>
              <a:rPr lang="en-US" dirty="0">
                <a:solidFill>
                  <a:srgbClr val="002060"/>
                </a:solidFill>
              </a:rPr>
              <a:t> measures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DAX (Data Analysis Expressions)</a:t>
            </a:r>
            <a:r>
              <a:rPr lang="en-US" dirty="0">
                <a:solidFill>
                  <a:schemeClr val="bg1"/>
                </a:solidFill>
              </a:rPr>
              <a:t> measures are </a:t>
            </a:r>
            <a:r>
              <a:rPr lang="en-US" b="1" dirty="0">
                <a:solidFill>
                  <a:schemeClr val="bg1"/>
                </a:solidFill>
              </a:rPr>
              <a:t>formulas used in Power BI</a:t>
            </a:r>
            <a:r>
              <a:rPr lang="en-US" dirty="0">
                <a:solidFill>
                  <a:schemeClr val="bg1"/>
                </a:solidFill>
              </a:rPr>
              <a:t> to calculate values like </a:t>
            </a:r>
            <a:r>
              <a:rPr lang="en-US" b="1" dirty="0">
                <a:solidFill>
                  <a:schemeClr val="bg1"/>
                </a:solidFill>
              </a:rPr>
              <a:t>Total Sales, Total Orders, Average, Growth</a:t>
            </a:r>
            <a:r>
              <a:rPr lang="en-US" dirty="0">
                <a:solidFill>
                  <a:schemeClr val="bg1"/>
                </a:solidFill>
              </a:rPr>
              <a:t>, etc.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MEASURES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Discount Given = SUM(price − </a:t>
            </a:r>
            <a:r>
              <a:rPr lang="en-IN" dirty="0" err="1">
                <a:solidFill>
                  <a:schemeClr val="bg1"/>
                </a:solidFill>
              </a:rPr>
              <a:t>final_price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 = SUM(</a:t>
            </a:r>
            <a:r>
              <a:rPr lang="en-IN" dirty="0" err="1">
                <a:solidFill>
                  <a:schemeClr val="bg1"/>
                </a:solidFill>
              </a:rPr>
              <a:t>review_count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(by Revenue)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3681"/>
            <a:ext cx="9905998" cy="107624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1CD87A-017B-4119-9E1D-DA423BD92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12" y="1399921"/>
            <a:ext cx="9783271" cy="4758117"/>
          </a:xfrm>
        </p:spPr>
      </p:pic>
    </p:spTree>
    <p:extLst>
      <p:ext uri="{BB962C8B-B14F-4D97-AF65-F5344CB8AC3E}">
        <p14:creationId xmlns:p14="http://schemas.microsoft.com/office/powerpoint/2010/main" val="1866168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C4E7-57E7-4780-AAB7-CF9FF38F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50854"/>
            <a:ext cx="9905998" cy="1262358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7703E1-50D6-45B7-A090-94E1166F2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1456565"/>
            <a:ext cx="9766651" cy="4725749"/>
          </a:xfrm>
        </p:spPr>
      </p:pic>
    </p:spTree>
    <p:extLst>
      <p:ext uri="{BB962C8B-B14F-4D97-AF65-F5344CB8AC3E}">
        <p14:creationId xmlns:p14="http://schemas.microsoft.com/office/powerpoint/2010/main" val="3229326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 revenue VARIATION BY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0106-51D2-4193-ACA2-B4B865231FCA}"/>
              </a:ext>
            </a:extLst>
          </p:cNvPr>
          <p:cNvSpPr txBox="1"/>
          <p:nvPr/>
        </p:nvSpPr>
        <p:spPr>
          <a:xfrm>
            <a:off x="1141413" y="2419132"/>
            <a:ext cx="5835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Funnel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B89691-0B78-430C-A7DD-520DAA6BF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554" y="1982550"/>
            <a:ext cx="4523447" cy="3957004"/>
          </a:xfrm>
        </p:spPr>
      </p:pic>
    </p:spTree>
    <p:extLst>
      <p:ext uri="{BB962C8B-B14F-4D97-AF65-F5344CB8AC3E}">
        <p14:creationId xmlns:p14="http://schemas.microsoft.com/office/powerpoint/2010/main" val="24693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Overall revenue for product brand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30F0-14BB-4463-B19F-92D6E77E91B6}"/>
              </a:ext>
            </a:extLst>
          </p:cNvPr>
          <p:cNvSpPr txBox="1"/>
          <p:nvPr/>
        </p:nvSpPr>
        <p:spPr>
          <a:xfrm>
            <a:off x="1313492" y="2272476"/>
            <a:ext cx="5688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Donut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2BDF48-2F05-4BE7-B7CB-EDA7FA61A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591" y="1957182"/>
            <a:ext cx="4547724" cy="4282300"/>
          </a:xfrm>
        </p:spPr>
      </p:pic>
    </p:spTree>
    <p:extLst>
      <p:ext uri="{BB962C8B-B14F-4D97-AF65-F5344CB8AC3E}">
        <p14:creationId xmlns:p14="http://schemas.microsoft.com/office/powerpoint/2010/main" val="11269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D4D9-01F5-4B3F-A6C0-92FC8312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003412"/>
            <a:ext cx="9905998" cy="72019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chemeClr val="bg2"/>
                </a:solidFill>
              </a:rPr>
              <a:t>seller_city</a:t>
            </a:r>
            <a:r>
              <a:rPr lang="en-IN" dirty="0">
                <a:solidFill>
                  <a:schemeClr val="bg2"/>
                </a:solidFill>
              </a:rPr>
              <a:t> contributes the most to total sales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75CD2-21E5-404A-BA32-5F490E863E1B}"/>
              </a:ext>
            </a:extLst>
          </p:cNvPr>
          <p:cNvSpPr/>
          <p:nvPr/>
        </p:nvSpPr>
        <p:spPr>
          <a:xfrm>
            <a:off x="1335186" y="2610351"/>
            <a:ext cx="39246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Seller City Contributing Most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Insert Map Visual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→ </a:t>
            </a:r>
            <a:r>
              <a:rPr lang="en-US" sz="2400" dirty="0" err="1">
                <a:solidFill>
                  <a:schemeClr val="bg1"/>
                </a:solidFill>
              </a:rPr>
              <a:t>seller_city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C714A6-4BC4-46DF-9EEB-DAD2DEA1D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650775"/>
            <a:ext cx="4625946" cy="4725749"/>
          </a:xfrm>
        </p:spPr>
      </p:pic>
    </p:spTree>
    <p:extLst>
      <p:ext uri="{BB962C8B-B14F-4D97-AF65-F5344CB8AC3E}">
        <p14:creationId xmlns:p14="http://schemas.microsoft.com/office/powerpoint/2010/main" val="180746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529618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16100"/>
            <a:ext cx="9905999" cy="39751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Flipkart Sales Analysis project successfully demonstrates how raw sales data can be transformed into meaningful insights using Power BI. </a:t>
            </a:r>
          </a:p>
          <a:p>
            <a:r>
              <a:rPr lang="en-US" dirty="0">
                <a:solidFill>
                  <a:schemeClr val="bg1"/>
                </a:solidFill>
              </a:rPr>
              <a:t>Through effective data cleaning, preprocessing, and data modeling, the dataset was prepared for accurate analysis. 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dashboards and visualizations helped in understanding sales trends, top-performing products, category-wise performance, and regional sales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 The use of DAX measures enabled the calculation of key metrics and KPIs, supporting data-driven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 Overall, this project highlights the importance of business intelligence tools in improving sales analysis and enhancing strategic planning in the e-commerce sector.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688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Guess kiya kya? #KuchKhaasKamao #ThankYouKamao #Flipkart #SellOnFlipkart  #FlipkartSellerHub #FlipkartSellers #OnlineSelling #OnlineBusiness  #Entrepreneur #Entrepreneurship #Payment #SellerHub #HowToSell #s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8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672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535</TotalTime>
  <Words>768</Words>
  <Application>Microsoft Office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Bk BT</vt:lpstr>
      <vt:lpstr>Constantia</vt:lpstr>
      <vt:lpstr>Times New Roman</vt:lpstr>
      <vt:lpstr>Trebuchet MS</vt:lpstr>
      <vt:lpstr>Tw Cen MT</vt:lpstr>
      <vt:lpstr>Circuit</vt:lpstr>
      <vt:lpstr>FLIPKART SALES ANALYSIS </vt:lpstr>
      <vt:lpstr>INTRODUCTION</vt:lpstr>
      <vt:lpstr>PROBLEM STATEMENT</vt:lpstr>
      <vt:lpstr>Business problem</vt:lpstr>
      <vt:lpstr>Data overview</vt:lpstr>
      <vt:lpstr>Technology used</vt:lpstr>
      <vt:lpstr>Technology used</vt:lpstr>
      <vt:lpstr>Data  preprocessing</vt:lpstr>
      <vt:lpstr>Data cleaning</vt:lpstr>
      <vt:lpstr>Key metrics and kPI’ s</vt:lpstr>
      <vt:lpstr>Data modeling overview</vt:lpstr>
      <vt:lpstr>Dax measures</vt:lpstr>
      <vt:lpstr>Power bi dash board overview</vt:lpstr>
      <vt:lpstr>Power bi dash board overview</vt:lpstr>
      <vt:lpstr> revenue VARIATION BY CATEGORY</vt:lpstr>
      <vt:lpstr>Overall revenue for product brand</vt:lpstr>
      <vt:lpstr>seller_city contributes the most to total sales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</dc:title>
  <dc:creator>Admin</dc:creator>
  <cp:lastModifiedBy>Anudip</cp:lastModifiedBy>
  <cp:revision>37</cp:revision>
  <dcterms:created xsi:type="dcterms:W3CDTF">2026-02-28T13:27:30Z</dcterms:created>
  <dcterms:modified xsi:type="dcterms:W3CDTF">2026-03-03T10:13:32Z</dcterms:modified>
</cp:coreProperties>
</file>